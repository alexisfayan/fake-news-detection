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DETECTION DE FAKE NEWS POLITIQUES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0A5FA"/>
                </a:solidFill>
              </a:defRPr>
            </a:pPr>
            <a:r>
              <a:t>Follow-Up  |  Projet Data Science &amp; 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Master 2 Epitech  |  Avril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3931920"/>
            <a:ext cx="5760720" cy="18288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4069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A5FA"/>
                </a:solidFill>
              </a:defRPr>
            </a:pPr>
            <a:r>
              <a:t>GROUPE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48056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BD5E1"/>
                </a:solidFill>
              </a:defRPr>
            </a:pPr>
            <a:r>
              <a:t>Alexis FAYAN  |  Yassin CHAAIRATE  |  Jacqueline MARIANADIN</a:t>
            </a:r>
          </a:p>
          <a:p>
            <a:pPr>
              <a:spcAft>
                <a:spcPts val="600"/>
              </a:spcAft>
              <a:defRPr sz="1500">
                <a:solidFill>
                  <a:srgbClr val="CBD5E1"/>
                </a:solidFill>
              </a:defRPr>
            </a:pPr>
            <a:r>
              <a:t>Ethan HARY  |  Aissatou-Blondin DIOP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01  PROBLEMATIQUE &amp; CONTEXTE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828800" cy="3657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1887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91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Peut-on detecter automatiquement les fake news politiques a partir du texte et des metadonnees du locuteur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5120640" cy="34747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DATASETS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LIAR Dataset : 12 800 declarations politiques US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Annotees par PolitiFact (fact-checkers pros)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6 niveaux de veracite -&gt; simplifie en fake / real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FakeNewsNet : ~1 000 articles (generalisation)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Dataset jamais vu pendant l'entrainement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834640"/>
            <a:ext cx="5120640" cy="34747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APPROCHE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4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Classification binaire : fake vs real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TF-IDF + Word2Vec + metadonnees speaker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3 modeles classiques : LogReg, RF, XGBoost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1 modele deep learning : BERT fine-tune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Cross-validation 5-fold + GridSearch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Evaluation : accuracy, F1, SHAP, biais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02  METHODOLOGIE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828800" cy="3657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011680" cy="25603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55448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Exploration 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07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donnees, stats,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638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wordclouds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371600"/>
            <a:ext cx="2011680" cy="25603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03320" y="1554480"/>
            <a:ext cx="548640" cy="5486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40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Pretraitement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Nettoyage texte,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07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mapping binaire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1638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fake/real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371600"/>
            <a:ext cx="2011680" cy="25603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0" y="1554480"/>
            <a:ext cx="548640" cy="5486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240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TF-IDF (10K),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907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Word2Vec,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1638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metadonnees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1371600"/>
            <a:ext cx="2011680" cy="25603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83880" y="1554480"/>
            <a:ext cx="548640" cy="5486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240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Modeles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LogReg, RF,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907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XGBoost 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1638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BERT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1371600"/>
            <a:ext cx="2011680" cy="25603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24160" y="15544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240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Cross-val 5-fold,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2907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GridSearch,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1638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confusion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034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6062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90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118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&gt;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297680"/>
            <a:ext cx="10698480" cy="219456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389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TECHNIQUES CLES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TF-IDF : transforme le texte en vecteur de frequences (10 000 features, unigrams + bigrams)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Word2Vec : representation dense du texte (300 dimensions) - compare a TF-IDF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Cross-validation 5-fold : on divise le train en 5 parties pour valider la stabilite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SHAP values : on explique POURQUOI le modele predit fake ou real (interpretabilite)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BERT : modele deep learning pre-entraine, fine-tune avec early stopping + warmup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03  RESULTATS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828800" cy="3657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00584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73152" cy="10058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</a:defRPr>
            </a:pPr>
            <a: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25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</a:defRPr>
            </a:pPr>
            <a:r>
              <a:t>~64%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F1 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</a:defRPr>
            </a:pPr>
            <a:r>
              <a:t>~64%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</a:defRPr>
            </a:pPr>
            <a:r>
              <a:t>Baseline solide, interpretable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10698480" cy="100584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468880"/>
            <a:ext cx="73152" cy="10058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88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2C55E"/>
                </a:solidFill>
              </a:defRPr>
            </a:pPr>
            <a:r>
              <a:t>~62%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F1 macro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2C55E"/>
                </a:solidFill>
              </a:defRPr>
            </a:pPr>
            <a:r>
              <a:t>~61%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97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</a:defRPr>
            </a:pPr>
            <a:r>
              <a:t>Ensemble d'arbres, leger underfitting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57600"/>
            <a:ext cx="10698480" cy="100584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73152" cy="10058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886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977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97316"/>
                </a:solidFill>
              </a:defRPr>
            </a:pPr>
            <a:r>
              <a:t>~73%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F1 macro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977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97316"/>
                </a:solidFill>
              </a:defRPr>
            </a:pPr>
            <a:r>
              <a:t>~72%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</a:defRPr>
            </a:pPr>
            <a:r>
              <a:t>MEILLEUR - exploite les metadonnees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4846320"/>
            <a:ext cx="73152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</a:defRPr>
            </a:pPr>
            <a:r>
              <a:t>BERT (text only)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92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166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78BFA"/>
                </a:solidFill>
              </a:defRPr>
            </a:pPr>
            <a:r>
              <a:t>~64%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892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F1 macro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66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78BFA"/>
                </a:solidFill>
              </a:defRPr>
            </a:pPr>
            <a:r>
              <a:t>~61%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074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</a:defRPr>
            </a:pPr>
            <a:r>
              <a:t>Deep learning, pas de metadonnees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5577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</a:defRPr>
            </a:pPr>
            <a:r>
              <a:t>Insight cle : les metadonnees (credit history) apportent +10 pts d'accuracy. Le texte seul ne suffit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GENERALISATION &amp; BIAIS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828800" cy="3657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OUT-OF-DOMAIN (GENERALISATION)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Test sur FakeNewsNet PolitiFact (~1000 articles)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Dataset jamais vu pendant l'entrainement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Performance en baisse sur donnees externes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Les patterns LIAR ne se transferent pas bien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Vocabulaire et style differents entre datasets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Conclusion : le modele a appris des patterns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specifiques a LIAR, pas des regles universelles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50292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BIAIS &amp; FAIRNESS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7830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Analyse par affiliation politique du speaker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Problemes identifies :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Performances varient selon le parti politique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Surrepresentation de certains speakers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Le credit history encode l'historique du speaker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Solutions proposees :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Audit regulier par sous-groupe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Humain dans la boucle (pas d'auto totale)</a:t>
            </a:r>
          </a:p>
          <a:p>
            <a:pPr>
              <a:spcAft>
                <a:spcPts val="600"/>
              </a:spcAft>
              <a:defRPr sz="1400">
                <a:solidFill>
                  <a:srgbClr val="CBD5E1"/>
                </a:solidFill>
              </a:defRPr>
            </a:pPr>
            <a:r>
              <a:t>-&gt; Transparence des criteres de classification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05  CONCLUSION &amp; PROCHAINES ETAPES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828800" cy="3657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74720" cy="27432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417320"/>
            <a:ext cx="54864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Favorise certains groupes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OUI - performances varient 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parti. Il faut un humain dans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540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la boucle de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280160"/>
            <a:ext cx="3474720" cy="27432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19" y="1417320"/>
            <a:ext cx="548640" cy="3657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19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Erreurs consequentes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OUI - faux positifs = censure,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faux negatifs = desinformation.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19" y="30540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Trop d'erreurs pour l'auto.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280160"/>
            <a:ext cx="3474720" cy="274320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417320"/>
            <a:ext cx="54864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Texte seul suffisant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PARTIELLEMENT - le texte aide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mais les metadonnees sont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540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</a:defRPr>
            </a:pPr>
            <a:r>
              <a:t>cruciales (+10 pts accuracy).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89120"/>
            <a:ext cx="10698480" cy="2103120"/>
          </a:xfrm>
          <a:prstGeom prst="roundRect">
            <a:avLst/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480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PROCHAINES ETAPES POUR LA SOUTENANCE (17 AVRIL)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8463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Re-entrainer BERT avec les ameliorations (early stopping, warmup, weight decay)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Approfondir l'analyse SHAP et l'explicabilite des predictions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Preparer les reponses aux questions du jury sur les limites et les biais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Finaliser les visualisations et la presentation orale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S'assurer que tout le groupe maitrise chaque section du notebook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