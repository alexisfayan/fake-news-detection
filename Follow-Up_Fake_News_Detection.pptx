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640080"/>
            <a:ext cx="3291840" cy="365760"/>
          </a:xfrm>
          <a:prstGeom prst="roundRect">
            <a:avLst>
              <a:gd name="adj" fmla="val 37500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926080" y="6400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DATA SCIENCE &amp; BI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</a:t>
            </a:r>
            <a:endParaRPr lang="en-US" sz="4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POLITIQUES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| Projet Data Science &amp; Business Intelligence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429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2 Epitech  |  Avril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3931920"/>
            <a:ext cx="6400800" cy="914400"/>
          </a:xfrm>
          <a:prstGeom prst="roundRect">
            <a:avLst>
              <a:gd name="adj" fmla="val 15000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3931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42062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FAYAN    Yassin CHAAIRATE    Jacqueline MARIANADIN    Ethan HARY    Aissatou-Blondin DIOP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PROBLEMATIQUE &amp; CONTEXTE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51560"/>
            <a:ext cx="8229600" cy="96012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PROBLEMATIQUE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Peut-on detecter automatiquement les fake news politiques a partir du texte et des metadonnees du speaker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194560"/>
            <a:ext cx="3840480" cy="1463040"/>
          </a:xfrm>
          <a:prstGeom prst="roundRect">
            <a:avLst>
              <a:gd name="adj" fmla="val 9375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2651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12 800 declarations politiques US annotees par PolitiFact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FakeNewsNet PolitiFact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~1 000 articles, test de generalisation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846320" y="2194560"/>
            <a:ext cx="3840480" cy="1463040"/>
          </a:xfrm>
          <a:prstGeom prst="roundRect">
            <a:avLst>
              <a:gd name="adj" fmla="val 9375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33172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40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5074920" y="2651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fake/real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: TF-IDF + Word2Vec + metadonnees speaker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 : LogReg / RF / XGBoost + BERT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: Cross-val 5-fold + Accuracy + F1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Explicabilite : SHAP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A1120"/>
          </a:solidFill>
          <a:ln/>
        </p:spPr>
      </p:sp>
      <p:sp>
        <p:nvSpPr>
          <p:cNvPr id="17" name="Text 12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 Fake News Politiques  |  Groupe 2  |  Master 2 Epitech  |  Avril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51560"/>
            <a:ext cx="1417320" cy="1737360"/>
          </a:xfrm>
          <a:prstGeom prst="roundRect">
            <a:avLst>
              <a:gd name="adj" fmla="val 967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7260" y="11887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9372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stats, wordclouds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847088" y="1737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84832" y="1051560"/>
            <a:ext cx="1417320" cy="1737360"/>
          </a:xfrm>
          <a:prstGeom prst="roundRect">
            <a:avLst>
              <a:gd name="adj" fmla="val 967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10612" y="11887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10612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76272" y="1645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76272" y="1920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texte,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binaire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20440" y="1737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758184" y="1051560"/>
            <a:ext cx="1417320" cy="1737360"/>
          </a:xfrm>
          <a:prstGeom prst="roundRect">
            <a:avLst>
              <a:gd name="adj" fmla="val 967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83964" y="11887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4283964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9624" y="1645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9624" y="1920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(10K),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(300d),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metadonnees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93792" y="1737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31536" y="1051560"/>
            <a:ext cx="1417320" cy="1737360"/>
          </a:xfrm>
          <a:prstGeom prst="roundRect">
            <a:avLst>
              <a:gd name="adj" fmla="val 967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57316" y="11887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4" name="Text 22"/>
          <p:cNvSpPr/>
          <p:nvPr/>
        </p:nvSpPr>
        <p:spPr>
          <a:xfrm>
            <a:off x="5957316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22976" y="1645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22976" y="1920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LogReg, RF,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BERT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67144" y="1737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04888" y="1051560"/>
            <a:ext cx="1417320" cy="1737360"/>
          </a:xfrm>
          <a:prstGeom prst="roundRect">
            <a:avLst>
              <a:gd name="adj" fmla="val 967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30668" y="118872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0" name="Text 28"/>
          <p:cNvSpPr/>
          <p:nvPr/>
        </p:nvSpPr>
        <p:spPr>
          <a:xfrm>
            <a:off x="763066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96328" y="1645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96328" y="1920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 5-fold,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1480" y="3063240"/>
            <a:ext cx="8321040" cy="685800"/>
          </a:xfrm>
          <a:prstGeom prst="roundRect">
            <a:avLst>
              <a:gd name="adj" fmla="val 20000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008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CLES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3383280"/>
            <a:ext cx="886968" cy="27432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338328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664208" y="3383280"/>
            <a:ext cx="1060704" cy="27432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</p:sp>
      <p:sp>
        <p:nvSpPr>
          <p:cNvPr id="38" name="Text 36"/>
          <p:cNvSpPr/>
          <p:nvPr/>
        </p:nvSpPr>
        <p:spPr>
          <a:xfrm>
            <a:off x="1664208" y="338328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62072" y="3383280"/>
            <a:ext cx="1755648" cy="27432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</p:sp>
      <p:sp>
        <p:nvSpPr>
          <p:cNvPr id="40" name="Text 38"/>
          <p:cNvSpPr/>
          <p:nvPr/>
        </p:nvSpPr>
        <p:spPr>
          <a:xfrm>
            <a:off x="2862072" y="33832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 5-fold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54880" y="3383280"/>
            <a:ext cx="713232" cy="27432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4754880" y="338328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605272" y="3383280"/>
            <a:ext cx="1755648" cy="274320"/>
          </a:xfrm>
          <a:prstGeom prst="roundRect">
            <a:avLst>
              <a:gd name="adj" fmla="val 33333"/>
            </a:avLst>
          </a:prstGeom>
          <a:solidFill>
            <a:srgbClr val="1E3A5F"/>
          </a:solidFill>
          <a:ln/>
        </p:spPr>
      </p:sp>
      <p:sp>
        <p:nvSpPr>
          <p:cNvPr id="44" name="Text 42"/>
          <p:cNvSpPr/>
          <p:nvPr/>
        </p:nvSpPr>
        <p:spPr>
          <a:xfrm>
            <a:off x="5605272" y="33832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fine-tuning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06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(early stopping, warmup, weight decay)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A1120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 Fake News Politiques  |  Groupe 2  |  Master 2 Epitech  |  Avril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51560"/>
            <a:ext cx="1874520" cy="2286000"/>
          </a:xfrm>
          <a:prstGeom prst="roundRect">
            <a:avLst>
              <a:gd name="adj" fmla="val 731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188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~64%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25603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 : ~64%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solide,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1051560"/>
            <a:ext cx="1874520" cy="2286000"/>
          </a:xfrm>
          <a:prstGeom prst="roundRect">
            <a:avLst>
              <a:gd name="adj" fmla="val 731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188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~62%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60320" y="25603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 : ~61%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d'arbres,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leger underfitting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26280" y="1051560"/>
            <a:ext cx="1874520" cy="2286000"/>
          </a:xfrm>
          <a:prstGeom prst="roundRect">
            <a:avLst>
              <a:gd name="adj" fmla="val 7317"/>
            </a:avLst>
          </a:prstGeom>
          <a:solidFill>
            <a:srgbClr val="0F2E1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26280" y="1051560"/>
            <a:ext cx="1874520" cy="2286000"/>
          </a:xfrm>
          <a:prstGeom prst="roundRect">
            <a:avLst>
              <a:gd name="adj" fmla="val 7317"/>
            </a:avLst>
          </a:prstGeom>
          <a:solidFill>
            <a:srgbClr val="000000">
              <a:alpha val="0"/>
            </a:srgbClr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1143000"/>
            <a:ext cx="1325880" cy="228600"/>
          </a:xfrm>
          <a:prstGeom prst="roundRect">
            <a:avLst>
              <a:gd name="adj" fmla="val 32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11430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17720" y="14173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772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~73%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17720" y="23317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17720" y="25603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 : ~72%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177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— exploite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metadonnees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0" y="1051560"/>
            <a:ext cx="1874520" cy="2286000"/>
          </a:xfrm>
          <a:prstGeom prst="roundRect">
            <a:avLst>
              <a:gd name="adj" fmla="val 7317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75120" y="11887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 only)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~64%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675120" y="23317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75120" y="25603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 : ~61%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8346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metadonnees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3566160"/>
            <a:ext cx="8321040" cy="594360"/>
          </a:xfrm>
          <a:prstGeom prst="roundRect">
            <a:avLst>
              <a:gd name="adj" fmla="val 2307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0"/>
            <a:ext cx="274320" cy="27432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05840" y="3611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CLE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05840" y="384048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metadonnees (credit history) apportent +10 pts d'accuracy. Le texte seul ne suffit pas.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A1120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 Fake News Politiques  |  Groupe 2  |  Master 2 Epitech  |  Avril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&amp; BIAIS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109728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105156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OUT-OF-DOMAIN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sur FakeNewsNet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~1 000 articles jamais vus par le modele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en baisse significative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patterns appris sur LIAR ne se transferent pas bien sur d'autres sources.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: vocabulaire, style editorial et annotations differents entre les deux datasets.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00600" y="105156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&amp; FAIRNESS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029200" y="16459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 varient selon le parti politique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Surrepresentation de certains speakers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history encode l'historique du speaker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proposees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par sous-groupes (parti, genre, etc.)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Humain dans la boucle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 sur les limites du modele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A1120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 Fake News Politiques  |  Groupe 2  |  Master 2 Epitech  |  Avril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PROCHAINES ETAPES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640080"/>
            <a:ext cx="109728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868680"/>
            <a:ext cx="2606040" cy="1463040"/>
          </a:xfrm>
          <a:prstGeom prst="roundRect">
            <a:avLst>
              <a:gd name="adj" fmla="val 9375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9784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Favorise certains groupes ?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521208" cy="256032"/>
          </a:xfrm>
          <a:prstGeom prst="roundRect">
            <a:avLst>
              <a:gd name="adj" fmla="val 28571"/>
            </a:avLst>
          </a:prstGeom>
          <a:solidFill>
            <a:srgbClr val="FBBF24">
              <a:alpha val="20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371600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 varient par parti. Humain dans la boucle necessaire.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0" y="868680"/>
            <a:ext cx="2606040" cy="1463040"/>
          </a:xfrm>
          <a:prstGeom prst="roundRect">
            <a:avLst>
              <a:gd name="adj" fmla="val 9375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005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9784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consequentes 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37560" y="1371600"/>
            <a:ext cx="521208" cy="256032"/>
          </a:xfrm>
          <a:prstGeom prst="roundRect">
            <a:avLst>
              <a:gd name="adj" fmla="val 28571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37560" y="1371600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positifs = censure. Faux negatifs = desinformation.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89320" y="868680"/>
            <a:ext cx="2606040" cy="1463040"/>
          </a:xfrm>
          <a:prstGeom prst="roundRect">
            <a:avLst>
              <a:gd name="adj" fmla="val 9375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9784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seul suffisant ?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126480" y="1371600"/>
            <a:ext cx="1344168" cy="256032"/>
          </a:xfrm>
          <a:prstGeom prst="roundRect">
            <a:avLst>
              <a:gd name="adj" fmla="val 28571"/>
            </a:avLst>
          </a:prstGeom>
          <a:solidFill>
            <a:srgbClr val="FB923C">
              <a:alpha val="2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126480" y="1371600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PARTIELLEMENT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26480" y="16916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metadonnees sont cruciales (+10 pts accuracy).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11480" y="2560320"/>
            <a:ext cx="8321040" cy="1828800"/>
          </a:xfrm>
          <a:prstGeom prst="roundRect">
            <a:avLst>
              <a:gd name="adj" fmla="val 7500"/>
            </a:avLst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40080" y="2651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ETAPES POUR LA SOUTENANCE (17 AVRIL)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822960" y="307238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5" name="Text 20"/>
          <p:cNvSpPr/>
          <p:nvPr/>
        </p:nvSpPr>
        <p:spPr>
          <a:xfrm>
            <a:off x="1051560" y="30175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Re-entrainer BERT avec ameliorations (hyperparametres, data augmentation)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822960" y="332841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7" name="Text 22"/>
          <p:cNvSpPr/>
          <p:nvPr/>
        </p:nvSpPr>
        <p:spPr>
          <a:xfrm>
            <a:off x="1051560" y="327355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Approfondir l'analyse SHAP pour l'explicabilite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822960" y="358444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9" name="Text 24"/>
          <p:cNvSpPr/>
          <p:nvPr/>
        </p:nvSpPr>
        <p:spPr>
          <a:xfrm>
            <a:off x="1051560" y="3529584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Preparer les reponses aux questions du jury sur limites et biais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22960" y="384048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1" name="Text 26"/>
          <p:cNvSpPr/>
          <p:nvPr/>
        </p:nvSpPr>
        <p:spPr>
          <a:xfrm>
            <a:off x="1051560" y="378561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Finaliser les visualisations pour la presentation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822960" y="409651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3" name="Text 28"/>
          <p:cNvSpPr/>
          <p:nvPr/>
        </p:nvSpPr>
        <p:spPr>
          <a:xfrm>
            <a:off x="1051560" y="4041648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S'assurer que chaque membre maitrise le notebook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A1120"/>
          </a:solidFill>
          <a:ln/>
        </p:spPr>
      </p:sp>
      <p:sp>
        <p:nvSpPr>
          <p:cNvPr id="35" name="Text 30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de Fake News Politiques  |  Groupe 2  |  Master 2 Epitech  |  Avril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Detection de Fake News Politiques</dc:title>
  <dc:subject>PptxGenJS Presentation</dc:subject>
  <dc:creator>Groupe 2</dc:creator>
  <cp:lastModifiedBy>Groupe 2</cp:lastModifiedBy>
  <cp:revision>1</cp:revision>
  <dcterms:created xsi:type="dcterms:W3CDTF">2026-04-02T08:33:49Z</dcterms:created>
  <dcterms:modified xsi:type="dcterms:W3CDTF">2026-04-02T08:33:49Z</dcterms:modified>
</cp:coreProperties>
</file>